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rolling_avg_7</c:v>
                  </c:pt>
                  <c:pt idx="1">
                    <c:v>lag_price_1</c:v>
                  </c:pt>
                  <c:pt idx="2">
                    <c:v>Month</c:v>
                  </c:pt>
                  <c:pt idx="3">
                    <c:v>DayOfWeek</c:v>
                  </c:pt>
                  <c:pt idx="4">
                    <c:v>Commodity</c:v>
                  </c:pt>
                  <c:pt idx="5">
                    <c:v>Season</c:v>
                  </c:pt>
                  <c:pt idx="6">
                    <c:v>District</c:v>
                  </c:pt>
                  <c:pt idx="7">
                    <c:v>Market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1029.5</c:v>
                </c:pt>
                <c:pt idx="1">
                  <c:v>135.3</c:v>
                </c:pt>
                <c:pt idx="2">
                  <c:v>15.5</c:v>
                </c:pt>
                <c:pt idx="3">
                  <c:v>11</c:v>
                </c:pt>
                <c:pt idx="4">
                  <c:v>10.9</c:v>
                </c:pt>
                <c:pt idx="5">
                  <c:v>9.8</c:v>
                </c:pt>
                <c:pt idx="6">
                  <c:v>4.6</c:v>
                </c:pt>
                <c:pt idx="7">
                  <c:v>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E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E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0" y="137160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🌾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AgriPrice Intelligence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Market Analytics for Farmers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937760" y="4251960"/>
            <a:ext cx="228600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4348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farmers sell smarter using real government market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Showcase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sell at a loss — not from bad crops, but bad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206240"/>
          </a:xfrm>
          <a:prstGeom prst="roundRect">
            <a:avLst>
              <a:gd name="adj" fmla="val 2609"/>
            </a:avLst>
          </a:prstGeom>
          <a:solidFill>
            <a:srgbClr val="E8EFE6"/>
          </a:solidFill>
          <a:ln w="12700">
            <a:solidFill>
              <a:srgbClr val="E8E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for the same crop can differ sharply between mandis just a few kilometers apart.
</a:t>
            </a:r>
            <a:pPr indent="0" marL="0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farmers have no easy way to see:
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nearby market is paying more, today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prices are trending up or down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risky / volatile a crop's price typically is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unusual price crashes or spikes have happened before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155448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2240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 turns real government mandi price data into a direct, plain-language answer: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0" y="3383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should I sell, and what will I get for it?”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0" y="4846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...plus a full analyst dashboard for anyone who wants to dig deeper.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needed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crop prices from historical patterns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actually drives each forecast (SHAP)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crops by price volatility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historical price crashes/spikes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Markets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nearby markets by predicted price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532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Prices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current government-reported prices via 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4" name="Image 0" descr="/home/claude/submission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417320"/>
            <a:ext cx="502920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two audiences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trained model feeds both an analyst-facing Power BI dashboard and a farmer-facing Streamlit app.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checked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freshness check (90 days) prevents stale government data from being shown as current.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government market data, not a synthetic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19,373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— Telangana &amp; Karnataka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crops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data.gov.in — Variety-wise Daily Market Prices Data (Agmarknet API), Ministry of Agriculture &amp; Farmers Welfare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· Tomato · Potato · Rice · Maize · Cabbage · Carrot · Brinjal · Banana · Mango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Andhra Pradesh was excluded — its available records didn't fall within the last 2 years, so it was dropped to keep data recency consistent across all included states.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Prediction — Model Comparison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237744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28016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1364.07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904.30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0020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E8EFE6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won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23317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overfit at default settings on this dataset size.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Tuned/shallow versions closed most of the gap — confirming the diagnosis.
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still generalized best on the time-based test set.
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naive baseline by ~25%.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model's predictions (SHAP)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1B4332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price momentum (7-day rolling average) dominates —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~7x more influential than everything else combined.
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 model is strong at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continuation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cannot anticipate sudden shocks — weather events, policy changes, unexpected oversupply.
</a:t>
            </a:r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limitation is stated openly, not hidden.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Scoring &amp; Anomaly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8EFE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/ Risk Scoring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per crop, classified into bands: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Brinjal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Medium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Potato, Maize, Mango, Cabbage, Banana, Carrot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Onion, Tomato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BF3E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run per crop (not globally) since 'normal' price ranges differ hugely by commodity.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47548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found: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361188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Tomato, Miryalguda (Rythu Bazar)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₹800/quintal in Mar–Apr 2022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₹5,800–6,300/quintal by June 2022
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oversupply-then-shortage event, surfaced directly by the model.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Farmer-Facing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dropdowns, one button, a plain-language answer — built for a farmer standing in a field with a phone.</a:t>
            </a:r>
            <a:endParaRPr lang="en-US" sz="1300" dirty="0"/>
          </a:p>
        </p:txBody>
      </p:sp>
      <p:pic>
        <p:nvPicPr>
          <p:cNvPr id="5" name="Image 0" descr="/mnt/user-data/uploads/1786432953299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110642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6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avg price, anomaly count, risk table, slicers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2585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62432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+ seasonality by crop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22585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75320" y="262432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actual, drill-through, accuracy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407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&amp; Risk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7731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bar chart + crop/risk matrix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EFE6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4407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Timeline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26280" y="47731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price crash/spike events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B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4407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75320" y="47731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price comparison by district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08960" y="1691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Scikit-learn, XGBoost, SHAP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4048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Power BI (DAX, Maps)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181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311810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313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383133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— Agmarknet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44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45445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08960" y="5257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9728" cy="868680"/>
          </a:xfrm>
          <a:prstGeom prst="roundRect">
            <a:avLst/>
          </a:prstGeom>
          <a:solidFill>
            <a:srgbClr val="B354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live-data freshness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12080" y="16916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reporting isn't uniform — the app flags stale data (90-day check) instead of hiding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9728" cy="868680"/>
          </a:xfrm>
          <a:prstGeom prst="roundRect">
            <a:avLst/>
          </a:prstGeom>
          <a:solidFill>
            <a:srgbClr val="B3541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Trend-following, not shock-predicting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continuation; cannot anticipate weather events or policy shocks — by design of the feature set.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09728" cy="868680"/>
          </a:xfrm>
          <a:prstGeom prst="roundRect">
            <a:avLst/>
          </a:prstGeom>
          <a:solidFill>
            <a:srgbClr val="B3541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947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excluded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37947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data didn't fall within the last 2 years — dropped to keep recency consistent.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09728" cy="868680"/>
          </a:xfrm>
          <a:prstGeom prst="roundRect">
            <a:avLst/>
          </a:prstGeom>
          <a:solidFill>
            <a:srgbClr val="B3541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463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crop/district coverage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48463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combinations have thin data — a realistic reflection of where each crop is actually traded.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AgriPrice Intelligence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farmer, backed by real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model. Two interfaces. A dashboard for the analyst, an answer for the farmer.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github.com/Neti-Geethika/AgriPrice-Intelligence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2026-08-13T06:41:39Z</dcterms:created>
  <dcterms:modified xsi:type="dcterms:W3CDTF">2026-08-13T06:41:39Z</dcterms:modified>
</cp:coreProperties>
</file>